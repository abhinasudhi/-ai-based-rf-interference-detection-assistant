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5" r:id="rId5"/>
    <p:sldId id="278" r:id="rId6"/>
    <p:sldId id="281" r:id="rId7"/>
    <p:sldId id="264" r:id="rId8"/>
    <p:sldId id="286" r:id="rId9"/>
    <p:sldId id="287" r:id="rId10"/>
    <p:sldId id="280" r:id="rId11"/>
    <p:sldId id="288" r:id="rId12"/>
    <p:sldId id="289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naSudhi/-AI-Based-RF-Interference-Detection-Assista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27308206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ABHINA SUDHI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abhinasudhi777@gmail.com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8848081067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4136572" y="3738417"/>
            <a:ext cx="783771" cy="8861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like Agriculture / Education / Healthcare / …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[]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b="1" dirty="0"/>
              <a:t>AI-Based RF Interference Detection Assistant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IN" dirty="0"/>
              <a:t>Radio Frequency (RF) interference can degrade wireless communication systems such as Wi-Fi, Bluetooth, IoT, satellite, and cellular networks. Identifying interference sources requires manual analysis of RF signal data using specialized equipment, making the process time-consuming and complex.</a:t>
            </a:r>
            <a:r>
              <a:rPr lang="en-US" dirty="0"/>
              <a:t>. </a:t>
            </a:r>
          </a:p>
          <a:p>
            <a:pPr fontAlgn="base"/>
            <a:endParaRPr lang="en-US" dirty="0"/>
          </a:p>
          <a:p>
            <a:r>
              <a:rPr lang="en-IN" b="1" dirty="0"/>
              <a:t>The Objective</a:t>
            </a:r>
          </a:p>
          <a:p>
            <a:r>
              <a:rPr lang="en-IN" dirty="0"/>
              <a:t>Build an </a:t>
            </a:r>
            <a:r>
              <a:rPr lang="en-IN" b="1" dirty="0"/>
              <a:t>AI-Based RF Interference Detection Assistant</a:t>
            </a:r>
            <a:r>
              <a:rPr lang="en-IN" dirty="0"/>
              <a:t> that intelligently </a:t>
            </a:r>
            <a:r>
              <a:rPr lang="en-IN" dirty="0" err="1"/>
              <a:t>analyzes</a:t>
            </a:r>
            <a:r>
              <a:rPr lang="en-IN" dirty="0"/>
              <a:t> RF signal data, detects abnormal signal </a:t>
            </a:r>
            <a:r>
              <a:rPr lang="en-IN" dirty="0" err="1"/>
              <a:t>behavior</a:t>
            </a:r>
            <a:r>
              <a:rPr lang="en-IN" dirty="0"/>
              <a:t>, identifies potential interference sources, and recommends effective mitigation strategies.</a:t>
            </a:r>
          </a:p>
          <a:p>
            <a:r>
              <a:rPr lang="en-IN" dirty="0"/>
              <a:t>The solution should provide:</a:t>
            </a:r>
          </a:p>
          <a:p>
            <a:r>
              <a:rPr lang="en-IN" b="1" dirty="0"/>
              <a:t>RF Signal Analysis</a:t>
            </a:r>
          </a:p>
          <a:p>
            <a:r>
              <a:rPr lang="en-IN" dirty="0" err="1"/>
              <a:t>Analyze</a:t>
            </a:r>
            <a:r>
              <a:rPr lang="en-IN" dirty="0"/>
              <a:t> RF measurement reports, including Frequency, RSSI, Noise Floor, Signal-to-Noise Ratio (SNR), Channel Utilization, and other signal parameters to detect abnormalities.</a:t>
            </a:r>
          </a:p>
          <a:p>
            <a:r>
              <a:rPr lang="en-IN" b="1" dirty="0"/>
              <a:t>Interference Source Detection</a:t>
            </a:r>
          </a:p>
          <a:p>
            <a:r>
              <a:rPr lang="en-IN" dirty="0"/>
              <a:t>Identify possible RF interference sources such as Wi-Fi channel overlap, Bluetooth devices, microwave ovens, </a:t>
            </a:r>
            <a:r>
              <a:rPr lang="en-IN" dirty="0" err="1"/>
              <a:t>neighboring</a:t>
            </a:r>
            <a:r>
              <a:rPr lang="en-IN" dirty="0"/>
              <a:t> access points, IoT devices, cordless phones, and electromagnetic noise.</a:t>
            </a:r>
          </a:p>
          <a:p>
            <a:r>
              <a:rPr lang="en-IN" b="1" dirty="0"/>
              <a:t>Mitigation Recommendation</a:t>
            </a:r>
          </a:p>
          <a:p>
            <a:r>
              <a:rPr lang="en-IN" dirty="0"/>
              <a:t>Recommend practical solutions including channel optimization, antenna repositioning, frequency band switching, transmit power adjustment, interference filtering, and network optimization.</a:t>
            </a:r>
          </a:p>
          <a:p>
            <a:r>
              <a:rPr lang="en-IN" b="1" dirty="0"/>
              <a:t>Spectrum Interpretation</a:t>
            </a:r>
          </a:p>
          <a:p>
            <a:r>
              <a:rPr lang="en-IN" dirty="0"/>
              <a:t>Interpret spectrum </a:t>
            </a:r>
            <a:r>
              <a:rPr lang="en-IN" dirty="0" err="1"/>
              <a:t>analyzer</a:t>
            </a:r>
            <a:r>
              <a:rPr lang="en-IN" dirty="0"/>
              <a:t> readings and explain signal characteristics in simple engineering language.</a:t>
            </a:r>
          </a:p>
          <a:p>
            <a:r>
              <a:rPr lang="en-IN" b="1" dirty="0"/>
              <a:t>Visualization Dashboard</a:t>
            </a:r>
          </a:p>
          <a:p>
            <a:r>
              <a:rPr lang="en-IN" dirty="0"/>
              <a:t>Display RF signal health, detected issues, interference alerts, confidence scores, and recommended corrective actions through an interactive dashboard.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IN" b="1" dirty="0"/>
              <a:t>AI-Based RF Interference Detection Assistant</a:t>
            </a:r>
          </a:p>
          <a:p>
            <a:r>
              <a:rPr lang="en-IN" dirty="0"/>
              <a:t>The proposed solution is an AI-powered RF Interference Detection Assistant developed using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, </a:t>
            </a:r>
            <a:r>
              <a:rPr lang="en-IN" b="1" dirty="0"/>
              <a:t>IBM Granite Models</a:t>
            </a:r>
            <a:r>
              <a:rPr lang="en-IN" dirty="0"/>
              <a:t>, and </a:t>
            </a:r>
            <a:r>
              <a:rPr lang="en-IN" b="1" dirty="0"/>
              <a:t>Retrieval-Augmented Generation (RAG)</a:t>
            </a:r>
            <a:r>
              <a:rPr lang="en-IN" dirty="0"/>
              <a:t> to automate RF signal analysis and troubleshooting.</a:t>
            </a:r>
          </a:p>
          <a:p>
            <a:r>
              <a:rPr lang="en-IN" dirty="0"/>
              <a:t>The system uses a knowledge base containing RF communication concepts, spectrum </a:t>
            </a:r>
            <a:r>
              <a:rPr lang="en-IN" dirty="0" err="1"/>
              <a:t>analyzer</a:t>
            </a:r>
            <a:r>
              <a:rPr lang="en-IN" dirty="0"/>
              <a:t> fundamentals, wireless networking guidelines, and RF troubleshooting documents. Using RAG, the assistant retrieves relevant technical information and combines it with IBM Granite's reasoning capabilities to provide accurate interference analysis.</a:t>
            </a:r>
          </a:p>
          <a:p>
            <a:r>
              <a:rPr lang="en-IN" dirty="0"/>
              <a:t>The solution consists of four major modules:</a:t>
            </a:r>
          </a:p>
          <a:p>
            <a:endParaRPr lang="en-IN" dirty="0"/>
          </a:p>
          <a:p>
            <a:r>
              <a:rPr lang="en-IN" b="1" dirty="0"/>
              <a:t>RF Signal Analysis Agent</a:t>
            </a:r>
          </a:p>
          <a:p>
            <a:r>
              <a:rPr lang="en-IN" dirty="0" err="1"/>
              <a:t>Analyzes</a:t>
            </a:r>
            <a:r>
              <a:rPr lang="en-IN" dirty="0"/>
              <a:t> RF signal parameters including Frequency, RSSI, Noise Floor, SNR, Channel Utilization, and Signal Strength to detect abnormal signal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Interference Detection Agent</a:t>
            </a:r>
          </a:p>
          <a:p>
            <a:r>
              <a:rPr lang="en-IN" dirty="0"/>
              <a:t>Identifies probable RF interference sources using signal characteristics and ranks possible causes based on likelihood.</a:t>
            </a:r>
          </a:p>
          <a:p>
            <a:endParaRPr lang="en-IN" dirty="0"/>
          </a:p>
          <a:p>
            <a:r>
              <a:rPr lang="en-IN" b="1" dirty="0"/>
              <a:t>Mitigation Recommendation Agent</a:t>
            </a:r>
          </a:p>
          <a:p>
            <a:r>
              <a:rPr lang="en-IN" dirty="0"/>
              <a:t>Suggests practical engineering solutions including channel optimization, antenna alignment, device relocation, frequency switching, and RF noise reduction techniques.</a:t>
            </a:r>
          </a:p>
          <a:p>
            <a:endParaRPr lang="en-IN" dirty="0"/>
          </a:p>
          <a:p>
            <a:r>
              <a:rPr lang="en-IN" b="1" dirty="0"/>
              <a:t>Knowledge Retrieval Agent</a:t>
            </a:r>
          </a:p>
          <a:p>
            <a:r>
              <a:rPr lang="en-IN" dirty="0"/>
              <a:t>Retrieves relevant RF communication concepts, troubleshooting procedures, and best practices from the knowledge base using Retrieval-Augmented Generation (RAG).</a:t>
            </a:r>
          </a:p>
          <a:p>
            <a:r>
              <a:rPr lang="en-IN" dirty="0"/>
              <a:t>The assistant presents all analysis results through an interactive dashboard showing signal quality, detected issues, confidence level, and recommended corrective actions.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30203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679269" y="1287244"/>
            <a:ext cx="10515600" cy="55707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dirty="0"/>
              <a:t>• </a:t>
            </a: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 </a:t>
            </a:r>
            <a:r>
              <a:rPr lang="en-IN" sz="2000" dirty="0"/>
              <a:t>– Build and deploy the AI agent.</a:t>
            </a:r>
          </a:p>
          <a:p>
            <a:endParaRPr lang="en-IN" sz="2000" dirty="0"/>
          </a:p>
          <a:p>
            <a:r>
              <a:rPr lang="en-IN" sz="2000" dirty="0"/>
              <a:t>• </a:t>
            </a:r>
            <a:r>
              <a:rPr lang="en-IN" sz="2000" b="1" dirty="0"/>
              <a:t>IBM Granite Model (Granite-3.3-8B-Instruct) </a:t>
            </a:r>
            <a:r>
              <a:rPr lang="en-IN" sz="2000" dirty="0"/>
              <a:t>– Natural language understanding, reasoning, and RF analysis.</a:t>
            </a:r>
          </a:p>
          <a:p>
            <a:endParaRPr lang="en-IN" sz="2000" dirty="0"/>
          </a:p>
          <a:p>
            <a:r>
              <a:rPr lang="en-IN" sz="2000" dirty="0"/>
              <a:t>• </a:t>
            </a:r>
            <a:r>
              <a:rPr lang="en-IN" sz="2000" b="1" dirty="0"/>
              <a:t>IBM Cloud </a:t>
            </a:r>
            <a:r>
              <a:rPr lang="en-IN" sz="2000" dirty="0"/>
              <a:t>– Secure cloud platform for deploying the AI solution.</a:t>
            </a:r>
          </a:p>
          <a:p>
            <a:endParaRPr lang="en-IN" sz="2000" dirty="0"/>
          </a:p>
          <a:p>
            <a:r>
              <a:rPr lang="en-IN" sz="2000" dirty="0"/>
              <a:t>• </a:t>
            </a:r>
            <a:r>
              <a:rPr lang="en-IN" sz="2000" b="1" dirty="0"/>
              <a:t>Retrieval-Augmented Generation (RAG) </a:t>
            </a:r>
            <a:r>
              <a:rPr lang="en-IN" sz="2000" dirty="0"/>
              <a:t>– Retrieve RF knowledge from uploaded documents before generating responses.</a:t>
            </a:r>
          </a:p>
          <a:p>
            <a:endParaRPr lang="en-IN" sz="2000" dirty="0"/>
          </a:p>
          <a:p>
            <a:r>
              <a:rPr lang="en-IN" sz="2000" dirty="0"/>
              <a:t>• </a:t>
            </a:r>
            <a:r>
              <a:rPr lang="en-IN" sz="2000" b="1" dirty="0"/>
              <a:t>Knowledge Base </a:t>
            </a:r>
            <a:r>
              <a:rPr lang="en-IN" sz="2000" dirty="0"/>
              <a:t>– RF Fundamentals, Spectrum Analysis, Wi-Fi Troubleshooting, RF Interference Guides, and RF Measurement Dataset.</a:t>
            </a:r>
          </a:p>
          <a:p>
            <a:endParaRPr lang="en-IN" sz="2000" dirty="0"/>
          </a:p>
          <a:p>
            <a:r>
              <a:rPr lang="en-IN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694490" y="283326"/>
            <a:ext cx="8604292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/</a:t>
            </a:r>
            <a:r>
              <a:rPr lang="en-IN" sz="2400" b="1" dirty="0"/>
              <a:t>Orchestrate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1157101"/>
            <a:ext cx="882396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Chat Input</a:t>
            </a:r>
            <a:r>
              <a:rPr lang="en-IN" sz="2000" dirty="0"/>
              <a:t> – Accepts RF signal reports and user queries.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AI Agent</a:t>
            </a:r>
            <a:r>
              <a:rPr lang="en-IN" sz="2000" dirty="0"/>
              <a:t> – Processes RF signal information using IBM Granite.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Granite Model</a:t>
            </a:r>
            <a:r>
              <a:rPr lang="en-IN" sz="2000" dirty="0"/>
              <a:t> – Granite-3.3-8B-Instruct for reasoning and technical explanation.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Knowledge Base Component</a:t>
            </a:r>
            <a:r>
              <a:rPr lang="en-IN" sz="2000" dirty="0"/>
              <a:t> – Retrieves RF communication documents using RAG.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Chat Output</a:t>
            </a:r>
            <a:r>
              <a:rPr lang="en-IN" sz="2000" dirty="0"/>
              <a:t> – Displays RF analysis, interference sources, mitigation strategies, and explanations.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File Component</a:t>
            </a:r>
            <a:r>
              <a:rPr lang="en-IN" sz="2000" dirty="0"/>
              <a:t> – Stores RF measurement reports and RF knowledge documents.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4" name="Rectangle 22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Role of Agentic AI in the solution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fontAlgn="base"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 of Agentic AI RF Interference Detection Assistant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Agentic AI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enables the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RF Interference Detection Assistant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function as an intelligent engineering assistant rather than a traditional chatbot.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 AI capabilities work together to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analyze RF measurements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retrieve relevant technical knowledge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 interference sources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 mitigation strategies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engineering concepts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an understandable manner.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 Granite Models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Retrieval-Augmented Generation (RAG)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assistant provides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context-aware recommendations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based solely on the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uploaded RF knowledge base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ensuring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reliable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explainable responses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reduces manual troubleshooting effort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accelerates RF diagnostics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improves wireless network performance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through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intelligent automation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7DDDC-10F6-ACE8-6701-B7A20E953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45" r="8954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25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• AI-powered RF </a:t>
            </a:r>
            <a:r>
              <a:rPr lang="en-IN" sz="1800" dirty="0"/>
              <a:t>troubleshooting instead of manual spectrum analysis.</a:t>
            </a:r>
          </a:p>
          <a:p>
            <a:endParaRPr lang="en-IN" sz="1800" dirty="0"/>
          </a:p>
          <a:p>
            <a:r>
              <a:rPr lang="en-IN" sz="1800" b="1" dirty="0"/>
              <a:t>•</a:t>
            </a:r>
            <a:r>
              <a:rPr lang="en-IN" sz="1800" dirty="0"/>
              <a:t> </a:t>
            </a:r>
            <a:r>
              <a:rPr lang="en-IN" sz="1800" b="1" dirty="0"/>
              <a:t>Retrieval-Augmented Generation (RAG) </a:t>
            </a:r>
            <a:r>
              <a:rPr lang="en-IN" sz="1800" dirty="0"/>
              <a:t>ensures technically accurate responses from trusted RF documentation.</a:t>
            </a:r>
          </a:p>
          <a:p>
            <a:endParaRPr lang="en-IN" sz="1800" dirty="0"/>
          </a:p>
          <a:p>
            <a:r>
              <a:rPr lang="en-IN" sz="1800" b="1" dirty="0"/>
              <a:t>• Intelligent ranking </a:t>
            </a:r>
            <a:r>
              <a:rPr lang="en-IN" sz="1800" dirty="0"/>
              <a:t>of possible interference sources.</a:t>
            </a:r>
          </a:p>
          <a:p>
            <a:endParaRPr lang="en-IN" sz="1800" dirty="0"/>
          </a:p>
          <a:p>
            <a:r>
              <a:rPr lang="en-IN" sz="1800" b="1" dirty="0"/>
              <a:t>• Automatic mitigation </a:t>
            </a:r>
            <a:r>
              <a:rPr lang="en-IN" sz="1800" dirty="0"/>
              <a:t>recommendations for communication engineers.</a:t>
            </a:r>
          </a:p>
          <a:p>
            <a:endParaRPr lang="en-IN" sz="1800" dirty="0"/>
          </a:p>
          <a:p>
            <a:r>
              <a:rPr lang="en-IN" sz="1800" b="1" dirty="0"/>
              <a:t>•</a:t>
            </a:r>
            <a:r>
              <a:rPr lang="en-IN" sz="1800" dirty="0"/>
              <a:t> </a:t>
            </a:r>
            <a:r>
              <a:rPr lang="en-IN" sz="1800" b="1" dirty="0"/>
              <a:t>Engineering-friendly</a:t>
            </a:r>
            <a:r>
              <a:rPr lang="en-IN" sz="1800" dirty="0"/>
              <a:t> explanations for complex RF measurements.</a:t>
            </a:r>
          </a:p>
          <a:p>
            <a:endParaRPr lang="en-IN" sz="1800" dirty="0"/>
          </a:p>
          <a:p>
            <a:r>
              <a:rPr lang="en-IN" sz="1800" b="1" dirty="0"/>
              <a:t>• Interactive dashboard </a:t>
            </a:r>
            <a:r>
              <a:rPr lang="en-IN" sz="1800" dirty="0"/>
              <a:t>showing RF health and signal quality.</a:t>
            </a:r>
          </a:p>
          <a:p>
            <a:endParaRPr lang="en-IN" sz="1800" dirty="0"/>
          </a:p>
          <a:p>
            <a:r>
              <a:rPr lang="en-IN" sz="1800" b="1" dirty="0"/>
              <a:t>• Scalable solution </a:t>
            </a:r>
            <a:r>
              <a:rPr lang="en-IN" sz="1800" dirty="0"/>
              <a:t>built using IBM </a:t>
            </a:r>
            <a:r>
              <a:rPr lang="en-IN" sz="1800" dirty="0" err="1"/>
              <a:t>watsonx</a:t>
            </a:r>
            <a:r>
              <a:rPr lang="en-IN" sz="1800" dirty="0"/>
              <a:t> Orchestrate and IBM Granite.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latin typeface="+mn-lt"/>
                <a:ea typeface="Times New Roman"/>
                <a:cs typeface="Times New Roman"/>
                <a:sym typeface="Times New Roman"/>
              </a:rPr>
              <a:t>Repository Name: </a:t>
            </a:r>
            <a:r>
              <a:rPr lang="en-IN" sz="2000" b="1" dirty="0">
                <a:latin typeface="+mn-lt"/>
                <a:ea typeface="Times New Roman"/>
                <a:cs typeface="Times New Roman"/>
                <a:sym typeface="Times New Roman"/>
              </a:rPr>
              <a:t>AI-Based RF Interference Detection Assistant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 err="1">
                <a:latin typeface="+mn-lt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IN" sz="2000" dirty="0">
                <a:latin typeface="+mn-lt"/>
                <a:ea typeface="Times New Roman"/>
                <a:cs typeface="Times New Roman"/>
                <a:sym typeface="Times New Roman"/>
              </a:rPr>
              <a:t> URL: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b="1" dirty="0">
                <a:latin typeface="+mn-lt"/>
                <a:ea typeface="Times New Roman"/>
                <a:cs typeface="Times New Roman"/>
                <a:sym typeface="Times New Roman"/>
                <a:hlinkClick r:id="rId3"/>
              </a:rPr>
              <a:t>https://github.com/AbhinaSudhi/-AI-Based-RF-Interference-Detection-Assistant</a:t>
            </a:r>
            <a:endParaRPr lang="en-IN" sz="2000" b="1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2000" b="1" i="0" u="none" strike="noStrike" cap="none" dirty="0">
              <a:solidFill>
                <a:srgbClr val="0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1.Real-Time Spectrum Analyzer Integration</a:t>
            </a:r>
            <a:endParaRPr lang="en-IN" sz="2000" dirty="0"/>
          </a:p>
          <a:p>
            <a:r>
              <a:rPr lang="en-IN" sz="2000" dirty="0"/>
              <a:t>Integrate the assistant with live RF measurement equipment and Software Defined Radio (SDR) devices for real-time interference detection.</a:t>
            </a:r>
          </a:p>
          <a:p>
            <a:endParaRPr lang="en-IN" sz="2000" dirty="0"/>
          </a:p>
          <a:p>
            <a:r>
              <a:rPr lang="en-IN" sz="2000" b="1" dirty="0"/>
              <a:t>2. Predictive RF Analytics</a:t>
            </a:r>
            <a:endParaRPr lang="en-IN" sz="2000" dirty="0"/>
          </a:p>
          <a:p>
            <a:r>
              <a:rPr lang="en-IN" sz="2000" dirty="0"/>
              <a:t>Use machine learning to predict future RF interference, optimize wireless network performance, and provide proactive maintenance recommendations.</a:t>
            </a:r>
          </a:p>
          <a:p>
            <a:r>
              <a:rPr lang="en-IN" sz="2000" dirty="0"/>
              <a:t>This content matches the </a:t>
            </a:r>
            <a:r>
              <a:rPr lang="en-IN" sz="2000" b="1" dirty="0"/>
              <a:t>structure, headings, and style</a:t>
            </a:r>
            <a:r>
              <a:rPr lang="en-IN" sz="2000" dirty="0"/>
              <a:t> of the IBM template while being tailored specifically to your </a:t>
            </a:r>
            <a:r>
              <a:rPr lang="en-IN" sz="2000" b="1" dirty="0"/>
              <a:t>AI-Based RF Interference Detection Assistant</a:t>
            </a:r>
            <a:r>
              <a:rPr lang="en-IN" sz="2000" dirty="0"/>
              <a:t> project.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7CFD0-B7FF-D9BE-3433-88E5844EF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0773" y="1212767"/>
            <a:ext cx="6885128" cy="53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9" b="3859"/>
          <a:stretch/>
        </p:blipFill>
        <p:spPr>
          <a:xfrm>
            <a:off x="2512736" y="1712637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989</Words>
  <Application>Microsoft Office PowerPoint</Application>
  <PresentationFormat>Widescreen</PresentationFormat>
  <Paragraphs>126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Abhina Sudhi</cp:lastModifiedBy>
  <cp:revision>16</cp:revision>
  <dcterms:created xsi:type="dcterms:W3CDTF">2025-07-08T05:06:56Z</dcterms:created>
  <dcterms:modified xsi:type="dcterms:W3CDTF">2026-07-11T05:34:49Z</dcterms:modified>
</cp:coreProperties>
</file>